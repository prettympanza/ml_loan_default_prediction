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95634-524A-4826-B6D7-1B454FA706E5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A1790-F44F-48BC-8131-B7BD1E12F1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4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A1790-F44F-48BC-8131-B7BD1E12F13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27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2734-AEE5-5CDA-7890-5AB3D1385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E6673-9A61-020B-4ACD-4CF36596B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BC9C-9E24-7E6C-3707-893425450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4A9BE-79CF-CBD7-8C2A-C66F926B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52DEC-F68E-F165-1039-116CCC71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34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83C8-E170-0737-9914-03811494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F4001-4D83-0BC5-A297-C5D3E774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445C3-E4FE-5A71-DAD8-2F7E05F1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4DC6-7CBE-EC5F-BB39-28568EB2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51E78-B5E5-3B18-CF5A-A9B74E1D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8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C669-FC28-0F83-2A23-4AD07B38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3C90B-8C2B-CE0D-EFAF-579185CF3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059E0-5D02-433C-0AAB-FFEC3311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4C68-EE7D-DA5B-88EF-9EC081BA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3EB83-C017-03A5-7290-1F5E555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51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A7BD-1D49-8D02-08D2-60B872B6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E0470-6806-5405-E9A6-922146908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6E983-8C0A-B08F-8922-C70EBE29C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D5E82-F6DC-0DC8-A1DE-286895AD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86116-90D6-3D13-F7F2-D8F87412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BF15-A941-E73B-1EE1-F0120EEE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65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09CA-36CA-93DC-D0CD-396FAF79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FE7AF-1838-FEAA-81AA-AB19BE9AE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D0190-1BAE-7D05-EB3B-9DB4A1A1C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DF8AC-A10D-B11F-0348-9F6FE7A00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96665-F025-32DE-2B3E-E04F848CD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868CD-022A-0FEA-158D-CC48AC86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3B348-47D4-6935-D356-4C9FA22D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3E9A2-EF77-B4F9-E624-131518DE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42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2846-6F51-344B-F14D-97CBBEFC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42EA7-9162-F54D-6FB4-C56C6836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D3E8C-8C18-5D0E-B6B1-B529E2F7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FCADC-491F-860F-E79C-DB3A1C9C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3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81F94-4ACC-08D9-1788-7BD480BC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842C2-1CDF-E8FB-E4B1-2E232FC5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148A-55DA-96A2-A3C5-E4DE28BD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5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B3D5-6380-FED3-12D9-4F2F2507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A0A7-37F7-A637-8B8D-D59E486F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EB7B-7E3A-89D7-D41C-023BC764E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00217-03FE-802B-A2A4-AB74565A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50390-5845-0A80-1262-085F19F7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16BE5-E56C-A014-D01A-8EC34697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26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199E-B076-80EB-899B-C3FCE2ED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8F4D3-814E-5E54-F52D-AEB314E59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36516-BCCA-D527-D645-0DC8E52D8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232AE-4E8A-B1BC-E0EA-39E0C03F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B9DA9-F563-41C4-0A3A-5A6CBB91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7F6DE-1119-6008-E425-DD521DB1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34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714F-CAA4-0517-09C0-C5FB2895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DE96B-C08D-FFEF-4CDA-BA1E2AEC3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23D3-158E-AD06-69F1-F6E02F1E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130AC-BB7F-C9D2-CA47-B5D33DD2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1948-6E98-9A59-7DB3-D3F3BE34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73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98A36-56EE-E471-1F0B-597E66081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9C39C-94EF-4100-2E48-1639492D8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64B61-E4E5-9121-C3A8-2F2368FB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706B-7467-2513-0BC8-5C9B2459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933FA-38E2-F706-6BD1-AC2FB858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7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0305C-DD24-F681-E3C6-D3A852A0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1C388-CB60-2829-8F10-9ED2D5BD0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7A5A4-4D73-EB68-7AAA-F2A14C021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DE1DA-B440-48D0-B0AE-7994FA20449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4726-3E01-43BA-F77B-D745CF4E8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71F5B-3C2F-012E-85A4-1EC578AD5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2B442-F505-4712-8126-B4ECE3297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43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C093-27E4-9FE9-FDF1-DEA433F0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748"/>
            <a:ext cx="10515600" cy="93273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Loan Default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B565-3DE5-C192-A4C6-7AA3F19B0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6413"/>
            <a:ext cx="10515600" cy="4731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Objective</a:t>
            </a:r>
            <a:br>
              <a:rPr lang="en-GB" sz="2000" dirty="0"/>
            </a:br>
            <a:r>
              <a:rPr lang="en-GB" sz="2000" dirty="0"/>
              <a:t>Predict loan default risk using applicant financial and credit data to support better lending decisions.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Key Insights</a:t>
            </a:r>
            <a:endParaRPr lang="en-GB" sz="20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~22% of loans result in default → significant financial risk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Higher loan-to-income ratio strongly linked to default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Lower income borrowers more likely to default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Larger loan amounts increase default risk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Renters and certain loan types (medical, debt consolidation) show higher default rates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Model Performance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Logistic Regression Accuracy: 87%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Default Recall improved from 0.57 → 0.72 after threshold tuning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Threshold adjustment improved detection of high-risk borrowers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Business Impact</a:t>
            </a:r>
            <a:endParaRPr lang="en-GB" sz="20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GB" sz="2000" dirty="0"/>
              <a:t>Enables early identification of high-risk applicants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Supports data-driven credit decisions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Helps reduce financial losses through better risk screening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Recommendation</a:t>
            </a:r>
            <a:br>
              <a:rPr lang="en-GB" sz="2000" dirty="0"/>
            </a:br>
            <a:r>
              <a:rPr lang="en-GB" sz="2000" dirty="0"/>
              <a:t>Use a threshold-adjusted model (0.30) to prioritise identifying risky borrowers over overall accuracy.</a:t>
            </a:r>
          </a:p>
        </p:txBody>
      </p:sp>
    </p:spTree>
    <p:extLst>
      <p:ext uri="{BB962C8B-B14F-4D97-AF65-F5344CB8AC3E}">
        <p14:creationId xmlns:p14="http://schemas.microsoft.com/office/powerpoint/2010/main" val="303659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Loan Default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3</cp:revision>
  <dcterms:created xsi:type="dcterms:W3CDTF">2026-03-20T13:26:09Z</dcterms:created>
  <dcterms:modified xsi:type="dcterms:W3CDTF">2026-03-20T13:36:14Z</dcterms:modified>
</cp:coreProperties>
</file>